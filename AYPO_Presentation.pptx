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F2937"/>
                </a:solidFill>
              </a:defRPr>
            </a:pPr>
            <a:r>
              <a:t>AYPO: Disaster Reunification &amp; Coordination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Connecting people when it matters most.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Team Name: [Insert Team Name]</a:t>
            </a:r>
          </a:p>
          <a:p>
            <a:pPr>
              <a:defRPr sz="2000"/>
            </a:pPr>
            <a:r>
              <a:t>Team Members:</a:t>
            </a:r>
          </a:p>
          <a:p>
            <a:pPr>
              <a:defRPr sz="2000"/>
            </a:pPr>
            <a:r>
              <a:t>1. [Member 1]</a:t>
            </a:r>
          </a:p>
          <a:p>
            <a:pPr>
              <a:defRPr sz="2000"/>
            </a:pPr>
            <a:r>
              <a:t>2. [Member 2]</a:t>
            </a:r>
          </a:p>
          <a:p>
            <a:pPr>
              <a:defRPr sz="2000"/>
            </a:pPr>
            <a:r>
              <a:t>3. [Member 3]</a:t>
            </a:r>
          </a:p>
          <a:p>
            <a:pPr>
              <a:defRPr sz="2000"/>
            </a:pPr>
            <a:r>
              <a:t>4. [Member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The Chaos of Disasters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 natural disaster strikes, communication networks fail.</a:t>
            </a:r>
          </a:p>
          <a:p>
            <a:pPr>
              <a:defRPr sz="2200"/>
            </a:pPr>
            <a:r>
              <a:t>Families get separated and don't know who to call or where to go.</a:t>
            </a:r>
          </a:p>
          <a:p>
            <a:pPr>
              <a:defRPr sz="2200"/>
            </a:pPr>
            <a:r>
              <a:t>Government agencies, NGOs, and medical teams work in silos, causing delays in rescue and relief.</a:t>
            </a:r>
          </a:p>
          <a:p>
            <a:pPr>
              <a:defRPr sz="2200"/>
            </a:pPr>
            <a:r>
              <a:t>The Result: Panic, wasted resources, and lost time when every second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What is AYPO?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 emergency dashboard that connects families, public services, and government agencies in real-time.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Core Mission:</a:t>
            </a:r>
          </a:p>
          <a:p>
            <a:pPr>
              <a:defRPr sz="2200"/>
            </a:pPr>
            <a:r>
              <a:t>• Connect separated families.</a:t>
            </a:r>
          </a:p>
          <a:p>
            <a:pPr>
              <a:defRPr sz="2200"/>
            </a:pPr>
            <a:r>
              <a:t>• Verify identities and medical needs.</a:t>
            </a:r>
          </a:p>
          <a:p>
            <a:pPr>
              <a:defRPr sz="2200"/>
            </a:pPr>
            <a:r>
              <a:t>• Reunite people faster using shared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One Platform, Four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separate apps for everyone, we built role-specific portals into one platform: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1. Family Portal: Report missing loved ones, check shelter status, and call helplines.</a:t>
            </a:r>
          </a:p>
          <a:p>
            <a:pPr>
              <a:defRPr sz="2200"/>
            </a:pPr>
            <a:r>
              <a:t>2. Public Service: Manage trauma beds, ambulances, and register found patients.</a:t>
            </a:r>
          </a:p>
          <a:p>
            <a:pPr>
              <a:defRPr sz="2200"/>
            </a:pPr>
            <a:r>
              <a:t>3. Relief NGO: Track supply chains (food, water) and manage shelter capacity.</a:t>
            </a:r>
          </a:p>
          <a:p>
            <a:pPr>
              <a:defRPr sz="2200"/>
            </a:pPr>
            <a:r>
              <a:t>4. Gov Command: High-level audit logs, broadcast emergency alerts, and oversee the entire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Key Feature - Hands-Free Emergency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Typing is difficult during a panic or physical emergency.</a:t>
            </a:r>
          </a:p>
          <a:p>
            <a:pPr>
              <a:defRPr sz="2200"/>
            </a:pPr>
            <a:r>
              <a:t>We built an AI voice assistant that listens for the wake word: 'Hey AYPO' or 'Help'.</a:t>
            </a:r>
          </a:p>
          <a:p>
            <a:pPr>
              <a:defRPr sz="2200"/>
            </a:pPr>
            <a:r>
              <a:t>It translates speech to text live and instantly executes commands (e.g., 'Where is the nearest shelter?').</a:t>
            </a:r>
          </a:p>
          <a:p>
            <a:pPr>
              <a:defRPr sz="2200"/>
            </a:pPr>
            <a:r>
              <a:t>Completely hands-free and accessible.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Key Feature - Real-Time Tactical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live map interface tracking the user's GPS coordinates.</a:t>
            </a:r>
          </a:p>
          <a:p>
            <a:pPr>
              <a:defRPr sz="2200"/>
            </a:pPr>
            <a:r>
              <a:t>Shows real-time locations of active shelters, emergency centers, and hospitals.</a:t>
            </a:r>
          </a:p>
          <a:p>
            <a:pPr>
              <a:defRPr sz="2200"/>
            </a:pPr>
            <a:r>
              <a:t>Instantly updates bed capacities and resource levels so people don't travel to full shelters.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Overcoming Connectivity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the internet goes down?</a:t>
            </a:r>
          </a:p>
          <a:p>
            <a:pPr>
              <a:defRPr sz="2200"/>
            </a:pPr>
            <a:r>
              <a:t>AYPO features an Offline-First Architecture.</a:t>
            </a:r>
          </a:p>
          <a:p>
            <a:pPr>
              <a:defRPr sz="2200"/>
            </a:pPr>
            <a:r>
              <a:t>First responders can continue registering patients and logging data without a connection.</a:t>
            </a:r>
          </a:p>
          <a:p>
            <a:pPr>
              <a:defRPr sz="2200"/>
            </a:pPr>
            <a:r>
              <a:t>The moment they catch a signal, all data automatically syncs to the central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Built for Real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Verification: Built-in photo capture to verify patients and missing persons securely.</a:t>
            </a:r>
          </a:p>
          <a:p>
            <a:pPr>
              <a:defRPr sz="2200"/>
            </a:pPr>
            <a:r>
              <a:t>Regional Language Support: Integrated translation widget. With one click, the entire dashboard translates into Tamil, Telugu, Hindi, etc.</a:t>
            </a:r>
          </a:p>
          <a:p>
            <a:pPr>
              <a:defRPr sz="2200"/>
            </a:pPr>
            <a:r>
              <a:t>Fast Login: Phone number (OTP) based login instead of complex emails/passwords.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The Impact &amp;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Cuts down response times by removing communication barriers between NGOs and Government.</a:t>
            </a:r>
          </a:p>
          <a:p>
            <a:pPr>
              <a:defRPr sz="2200"/>
            </a:pPr>
            <a:r>
              <a:t>Reduces panic by giving families a clear, actionable dashboard.</a:t>
            </a:r>
          </a:p>
          <a:p>
            <a:pPr>
              <a:defRPr sz="2200"/>
            </a:pPr>
            <a:r>
              <a:t>Scalable to any region facing floods, hurricanes, or earthquakes.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F2937"/>
                </a:solidFill>
              </a:defRPr>
            </a:pPr>
            <a:r>
              <a:t>Thank You /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AYPO is ready for deployment.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Team Name: [Insert 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